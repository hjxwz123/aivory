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data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Churn down to 1.4%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